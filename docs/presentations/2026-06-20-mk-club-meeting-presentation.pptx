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welcome the club, introduce yourself, and frame this as a 2026 program preview.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read the roadmap so the audience knows where the program is headed.</a:t>
            </a:r>
          </a:p>
          <a:p>
            <a:r>
              <a:t>Read the agenda aloud. Flag: RT-910B rec is coming in §2, hunt dates are tentative, questions welcome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open section one by showing fox hunting as hands-on, approachable, and family friendly.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define the fox, RDF, and the basic activity in one clear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distinguish on-foot and mobile hunting while showing the shared skills behind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explain the bearing-taking loop and why attenuation matters near the fox.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reinforce that the forward lobe is the key clue the hunter uses in the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show the audience a real hunt moment so the gear and posture feel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transition from the concept to the specific club gear and entry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describe the current beacon inventory and how each fox is configured for the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position the tape-measure Yagi as the practical, low-cost hunter antenna.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explain how attenuation keeps close-in hunting readable and less frustrating.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share the lowest-cost HT path while keeping the recommendation clearly provisional.</a:t>
            </a:r>
          </a:p>
          <a:p>
            <a:r>
              <a:t>Emphasize this is conditional — we haven't put one in our hands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open the build-event section with a strong maker image and clear date anchor.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outline the camp timing, venue, and three project tracks for the Thursday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make the build feel approachable and end with a specific volunteer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shift from club-internal building to the public-facing Field Day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orient the audience to the demo geography and the simple start-to-finish hunt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walk through the visitor experience so club members can picture the staffing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make the staffing and loaner-equipment asks explicit for Field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introduce the summer schedule as a tentative three-event progression.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present July as the entry-friendly practice hunt with realistic terrain and manageable logistics.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describe Marymoor as the main on-foot hunt, noting transit access and the strict afternoon wrap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position September as the mobile hunt, with a scenic finish and a clear safety reminder.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zoom out and show the three hunt areas as a regional program, not isolated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pivot from the event calendar to the specific ways members can jump in right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finish the call to action with the top entry points, contact path, and mailing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invite questions and leave the audience with a clear follow-up contact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600" y="648000"/>
            <a:ext cx="2311200" cy="216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000" y="2880000"/>
            <a:ext cx="9900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0F4F8"/>
                </a:solidFill>
                <a:latin typeface="Liberation Sans"/>
              </a:rPr>
              <a:t>Fox Hunting &amp; ARDF — M&amp;K 2026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4000" y="3851999"/>
            <a:ext cx="828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4CAF50"/>
                </a:solidFill>
                <a:latin typeface="Liberation Sans"/>
              </a:rPr>
              <a:t>Mike &amp; Key Amateur Radio Club (K7LED)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28000" y="4680000"/>
            <a:ext cx="70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A8A8A8"/>
                </a:solidFill>
                <a:latin typeface="Liberation Sans"/>
              </a:rPr>
              <a:t>Tom KE4HET  |  June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4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111852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0F4F8"/>
                </a:solidFill>
                <a:latin typeface="Liberation Sans"/>
              </a:rPr>
              <a:t>Today's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1332000"/>
            <a:ext cx="11473200" cy="352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What is fox hunting / ARDF?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Our equipment — foxes, antennas, and a budget radio tip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Radio Camp build event — Thu Jun 26 at Fort Flagler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ARDF demonstration at Field Day — Jun 28–29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2026 hunt season — July · August · September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How to get involved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Q&amp;A</a:t>
            </a:r>
          </a:p>
        </p:txBody>
      </p:sp>
      <p:pic>
        <p:nvPicPr>
          <p:cNvPr id="5" name="Picture 4" descr="M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18000"/>
            <a:ext cx="12193200" cy="144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5634000"/>
            <a:ext cx="79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4CAF50"/>
                </a:solidFill>
                <a:latin typeface="Liberation Sa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066000"/>
            <a:ext cx="107532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0F4F8"/>
                </a:solidFill>
                <a:latin typeface="Liberation Sans"/>
              </a:rPr>
              <a:t>What Is Fox Hunting / ARDF?</a:t>
            </a:r>
          </a:p>
        </p:txBody>
      </p:sp>
      <p:pic>
        <p:nvPicPr>
          <p:cNvPr id="6" name="Picture 5" descr="Mn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4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111852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0F4F8"/>
                </a:solidFill>
                <a:latin typeface="Liberation Sans"/>
              </a:rPr>
              <a:t>The Concept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1151999"/>
            <a:ext cx="5976000" cy="489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8000" y="1260000"/>
            <a:ext cx="4896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A hidden transmitter — the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"fox"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— is placed in the field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Participants find it using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Radio Direction Finding (RDF)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Used worldwide for sport, training, and fun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Any license class can participate</a:t>
            </a:r>
          </a:p>
        </p:txBody>
      </p:sp>
      <p:pic>
        <p:nvPicPr>
          <p:cNvPr id="6" name="Picture 5" descr="Mn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4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111852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0F4F8"/>
                </a:solidFill>
                <a:latin typeface="Liberation Sans"/>
              </a:rPr>
              <a:t>Two Flavors of Fox Hunting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1151999"/>
            <a:ext cx="5976000" cy="489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8000" y="1260000"/>
            <a:ext cx="4896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On-foot (ARDF):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walk/run with a directional antenna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Mobile (T-hunt):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car-based, hunting from the road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Both use the same core RDF skills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Today's program covers both</a:t>
            </a:r>
          </a:p>
        </p:txBody>
      </p:sp>
      <p:pic>
        <p:nvPicPr>
          <p:cNvPr id="6" name="Picture 5" descr="Mn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4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111852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0F4F8"/>
                </a:solidFill>
                <a:latin typeface="Liberation Sans"/>
              </a:rPr>
              <a:t>How Direction Finding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1260000"/>
            <a:ext cx="4860000" cy="45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A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Yagi antenna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has a sharp directional pattern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Rotate until signal is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strongest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→ that's the bearing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Take multiple bearings → triangulate the fox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Step attenuator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reduces signal when you're close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0" y="1151999"/>
            <a:ext cx="6408000" cy="4896000"/>
          </a:xfrm>
          <a:prstGeom prst="rect">
            <a:avLst/>
          </a:prstGeom>
        </p:spPr>
      </p:pic>
      <p:pic>
        <p:nvPicPr>
          <p:cNvPr id="6" name="Picture 5" descr="Mn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3200" cy="684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08000"/>
            <a:ext cx="106812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0F4F8"/>
                </a:solidFill>
                <a:latin typeface="Liberation Sans"/>
              </a:rPr>
              <a:t>Antenna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22000"/>
            <a:ext cx="12193200" cy="93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6336000"/>
            <a:ext cx="107532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A8A8A8"/>
                </a:solidFill>
                <a:latin typeface="Liberation Sans"/>
              </a:rPr>
              <a:t>Yagi polar pattern — signal strongest in the forward direction</a:t>
            </a:r>
          </a:p>
        </p:txBody>
      </p:sp>
      <p:pic>
        <p:nvPicPr>
          <p:cNvPr id="7" name="Picture 6" descr="Mn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3200" cy="684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08000"/>
            <a:ext cx="106812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0F4F8"/>
                </a:solidFill>
                <a:latin typeface="Liberation Sans"/>
              </a:rPr>
              <a:t>This Is What It Looks 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22000"/>
            <a:ext cx="12193200" cy="93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6336000"/>
            <a:ext cx="107532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A8A8A8"/>
                </a:solidFill>
                <a:latin typeface="Liberation Sans"/>
              </a:rPr>
              <a:t>Fox hunters at a club event — Yagis up, bearings taken</a:t>
            </a:r>
          </a:p>
        </p:txBody>
      </p:sp>
      <p:pic>
        <p:nvPicPr>
          <p:cNvPr id="7" name="Picture 6" descr="Mn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18000"/>
            <a:ext cx="12193200" cy="144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5634000"/>
            <a:ext cx="79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4CAF50"/>
                </a:solidFill>
                <a:latin typeface="Liberation San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066000"/>
            <a:ext cx="107532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0F4F8"/>
                </a:solidFill>
                <a:latin typeface="Liberation Sans"/>
              </a:rPr>
              <a:t>Our Equipment</a:t>
            </a:r>
          </a:p>
        </p:txBody>
      </p:sp>
      <p:pic>
        <p:nvPicPr>
          <p:cNvPr id="6" name="Picture 5" descr="Mn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4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111852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0F4F8"/>
                </a:solidFill>
                <a:latin typeface="Liberation Sans"/>
              </a:rPr>
              <a:t>The Fox — Byonics MicroFox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1151999"/>
            <a:ext cx="5976000" cy="489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8000" y="1260000"/>
            <a:ext cx="4896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MF-15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and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MF-PC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— both programmed and tested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Frequency: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147.42 MHz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simplex, callsign K7LED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Cycle: 15 s on / 15 s off with CW ID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WWARA coordination in progress (Steve N9VW)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Deploy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one at a time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(currently identical config)</a:t>
            </a:r>
          </a:p>
        </p:txBody>
      </p:sp>
      <p:pic>
        <p:nvPicPr>
          <p:cNvPr id="6" name="Picture 5" descr="Mn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4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111852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0F4F8"/>
                </a:solidFill>
                <a:latin typeface="Liberation Sans"/>
              </a:rPr>
              <a:t>The Hunter's Antenna — Tape Measure Yagi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1151999"/>
            <a:ext cx="5976000" cy="489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8000" y="1260000"/>
            <a:ext cx="4896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3-element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tape-measure Yagi — 2 m band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Lightweight, collapsible, inexpensive to build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Connects to any HT with a BNC connector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We'll build these at Radio Camp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on Thu Jun 26</a:t>
            </a:r>
          </a:p>
        </p:txBody>
      </p:sp>
      <p:pic>
        <p:nvPicPr>
          <p:cNvPr id="6" name="Picture 5" descr="Mn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4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111852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0F4F8"/>
                </a:solidFill>
                <a:latin typeface="Liberation Sans"/>
              </a:rPr>
              <a:t>The Close-In Tool — Step Attenuator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1151999"/>
            <a:ext cx="5976000" cy="489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8000" y="1260000"/>
            <a:ext cx="4896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Inserted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between HT and antenna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Reduces signal strength in steps as you approach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Prevents "spinning S-meter" confusion near the fox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Also built at Radio Camp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— Project 2</a:t>
            </a:r>
          </a:p>
        </p:txBody>
      </p:sp>
      <p:pic>
        <p:nvPicPr>
          <p:cNvPr id="6" name="Picture 5" descr="Mn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4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111852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0F4F8"/>
                </a:solidFill>
                <a:latin typeface="Liberation Sans"/>
              </a:rPr>
              <a:t>Entry-Level Radio — Radtel RT-910B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1151999"/>
            <a:ext cx="5976000" cy="489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8000" y="1260000"/>
            <a:ext cx="4896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~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$30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on Amazon — lowest barrier to entry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Large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S-meter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display — great visual RDF aid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TX lockout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— safe for loaner / demo use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BNC-to-SMA adapter required (~$5, 2-pack)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A500"/>
                </a:solidFill>
                <a:latin typeface="Liberation Sans"/>
              </a:rPr>
              <a:t>⚠️ Conditional rec — not yet hands-on tested</a:t>
            </a:r>
          </a:p>
        </p:txBody>
      </p:sp>
      <p:pic>
        <p:nvPicPr>
          <p:cNvPr id="6" name="Picture 5" descr="Mn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18000"/>
            <a:ext cx="12193200" cy="144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5634000"/>
            <a:ext cx="79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4CAF50"/>
                </a:solidFill>
                <a:latin typeface="Liberation San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066000"/>
            <a:ext cx="107532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0F4F8"/>
                </a:solidFill>
                <a:latin typeface="Liberation Sans"/>
              </a:rPr>
              <a:t>Radio Camp Build Event</a:t>
            </a:r>
          </a:p>
        </p:txBody>
      </p:sp>
      <p:pic>
        <p:nvPicPr>
          <p:cNvPr id="6" name="Picture 5" descr="Mn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4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111852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0F4F8"/>
                </a:solidFill>
                <a:latin typeface="Liberation Sans"/>
              </a:rPr>
              <a:t>Thu Jun 26 — Fort Flagler, Wagon Wheel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1151999"/>
            <a:ext cx="5976000" cy="489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8000" y="1260000"/>
            <a:ext cx="4896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Radio Camp: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Mon Jun 22 – Mon Jun 29 at Fort Flagler State Park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Build session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Thursday afternoon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(~5 hours, time TBD on site)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Project 1: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3-element 2 m tape-measure Yagi </a:t>
            </a:r>
            <a:r>
              <a:rPr sz="2200" b="0" i="1">
                <a:solidFill>
                  <a:srgbClr val="F0F4F8"/>
                </a:solidFill>
                <a:latin typeface="Liberation Sans"/>
              </a:rPr>
              <a:t>(required)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Project 2: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Step attenuator </a:t>
            </a:r>
            <a:r>
              <a:rPr sz="2200" b="0" i="1">
                <a:solidFill>
                  <a:srgbClr val="F0F4F8"/>
                </a:solidFill>
                <a:latin typeface="Liberation Sans"/>
              </a:rPr>
              <a:t>(if time allows)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Project 3: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Dual-band 2m/70cm Yagi </a:t>
            </a:r>
            <a:r>
              <a:rPr sz="2200" b="0" i="1">
                <a:solidFill>
                  <a:srgbClr val="F0F4F8"/>
                </a:solidFill>
                <a:latin typeface="Liberation Sans"/>
              </a:rPr>
              <a:t>(optional, advanced)</a:t>
            </a:r>
          </a:p>
        </p:txBody>
      </p:sp>
      <p:pic>
        <p:nvPicPr>
          <p:cNvPr id="6" name="Picture 5" descr="Mn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4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111852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0F4F8"/>
                </a:solidFill>
                <a:latin typeface="Liberation Sans"/>
              </a:rPr>
              <a:t>Who, What, 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1332000"/>
            <a:ext cx="11473200" cy="352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Licensed amateurs at camp —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1–10 participants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Hands-on from minute one — no whiteboard lectures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Tom KE4HET brings materials for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at least 5 sets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Materials mostly on hand; everything expected by Thursday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5274000"/>
            <a:ext cx="114732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2400" b="0" i="0">
                <a:solidFill>
                  <a:srgbClr val="F0A500"/>
                </a:solidFill>
                <a:latin typeface="Liberation Sans"/>
              </a:rPr>
              <a:t>🙋 Volunteers needed — build assistants &amp; tool wranglers</a:t>
            </a:r>
          </a:p>
        </p:txBody>
      </p:sp>
      <p:pic>
        <p:nvPicPr>
          <p:cNvPr id="6" name="Picture 5" descr="M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18000"/>
            <a:ext cx="12193200" cy="144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5634000"/>
            <a:ext cx="79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4CAF50"/>
                </a:solidFill>
                <a:latin typeface="Liberation San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066000"/>
            <a:ext cx="107532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0F4F8"/>
                </a:solidFill>
                <a:latin typeface="Liberation Sans"/>
              </a:rPr>
              <a:t>ARDF Demonstration at Field Day</a:t>
            </a:r>
          </a:p>
        </p:txBody>
      </p:sp>
      <p:pic>
        <p:nvPicPr>
          <p:cNvPr id="6" name="Picture 5" descr="Mn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4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111852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0F4F8"/>
                </a:solidFill>
                <a:latin typeface="Liberation Sans"/>
              </a:rPr>
              <a:t>Sat–Sun Jun 28–29 — Fort Flagler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1260000"/>
            <a:ext cx="4860000" cy="45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Visitor tent: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Battery Grattan (start point)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Fox: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hidden south side of Parade Grounds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Fox location unstaffed — visible from tent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Frequency: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147.42 MHz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(WWARA pending)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0" y="1151999"/>
            <a:ext cx="6408000" cy="4896000"/>
          </a:xfrm>
          <a:prstGeom prst="rect">
            <a:avLst/>
          </a:prstGeom>
        </p:spPr>
      </p:pic>
      <p:pic>
        <p:nvPicPr>
          <p:cNvPr id="6" name="Picture 5" descr="Mn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4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111852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0F4F8"/>
                </a:solidFill>
                <a:latin typeface="Liberation Sans"/>
              </a:rPr>
              <a:t>How the Demo Works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1151999"/>
            <a:ext cx="5976000" cy="489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8000" y="1260000"/>
            <a:ext cx="4896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Visitor arrives at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Battery Grattan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tent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2-minute intro — no ham license required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Borrow HT + Yagi → hunt the fox → return gear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Format: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guided or self-guided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based on experience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Fox re-hidden between groups</a:t>
            </a:r>
          </a:p>
        </p:txBody>
      </p:sp>
      <p:pic>
        <p:nvPicPr>
          <p:cNvPr id="6" name="Picture 5" descr="Mn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4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111852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0F4F8"/>
                </a:solidFill>
                <a:latin typeface="Liberation Sans"/>
              </a:rPr>
              <a:t>We Need Your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1332000"/>
            <a:ext cx="11473200" cy="352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🙋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Demo hosts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— explain fox hunting to the public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🦊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Fox wranglers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— re-hide the transmitter between hunts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📻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Loaner gear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— HTs and Yagis for visitors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5274000"/>
            <a:ext cx="114732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2400" b="0" i="0">
                <a:solidFill>
                  <a:srgbClr val="F0A500"/>
                </a:solidFill>
                <a:latin typeface="Liberation Sans"/>
              </a:rPr>
              <a:t>Talk to Tom KE4HET to sign up</a:t>
            </a:r>
          </a:p>
        </p:txBody>
      </p:sp>
      <p:pic>
        <p:nvPicPr>
          <p:cNvPr id="6" name="Picture 5" descr="M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18000"/>
            <a:ext cx="12193200" cy="144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5634000"/>
            <a:ext cx="79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4CAF50"/>
                </a:solidFill>
                <a:latin typeface="Liberation San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066000"/>
            <a:ext cx="107532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0F4F8"/>
                </a:solidFill>
                <a:latin typeface="Liberation Sans"/>
              </a:rPr>
              <a:t>2026 Hunt Season</a:t>
            </a:r>
          </a:p>
        </p:txBody>
      </p:sp>
      <p:pic>
        <p:nvPicPr>
          <p:cNvPr id="6" name="Picture 5" descr="Mn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4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111852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0F4F8"/>
                </a:solidFill>
                <a:latin typeface="Liberation Sans"/>
              </a:rPr>
              <a:t>July — Practice Hunt </a:t>
            </a:r>
            <a:r>
              <a:rPr sz="3600" b="1" i="1">
                <a:solidFill>
                  <a:srgbClr val="F0F4F8"/>
                </a:solidFill>
                <a:latin typeface="Liberation Sans"/>
              </a:rPr>
              <a:t>(tentative)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1151999"/>
            <a:ext cx="5976000" cy="489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8000" y="1260000"/>
            <a:ext cx="4896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Sun Jul 19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— Flaming Geyser State Park, Auburn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On-foot, single fox, noon – 2:30 PM (2.5 hrs)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480+ acres, Green River valley, wooded trails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Discover Pass required per vehicle; carpools encouraged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Good intro event — multipath adds realistic challenge</a:t>
            </a:r>
          </a:p>
        </p:txBody>
      </p:sp>
      <p:pic>
        <p:nvPicPr>
          <p:cNvPr id="6" name="Picture 5" descr="Mn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4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111852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0F4F8"/>
                </a:solidFill>
                <a:latin typeface="Liberation Sans"/>
              </a:rPr>
              <a:t>August — On-Foot Hunt </a:t>
            </a:r>
            <a:r>
              <a:rPr sz="3600" b="1" i="1">
                <a:solidFill>
                  <a:srgbClr val="F0F4F8"/>
                </a:solidFill>
                <a:latin typeface="Liberation Sans"/>
              </a:rPr>
              <a:t>(tentative)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4000" y="1151999"/>
            <a:ext cx="5976000" cy="4896000"/>
          </a:xfrm>
          <a:prstGeom prst="rect">
            <a:avLst/>
          </a:prstGeom>
          <a:solidFill>
            <a:srgbClr val="1A1A1A"/>
          </a:solidFill>
          <a:ln w="15875">
            <a:solidFill>
              <a:srgbClr val="A8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A8A8A8"/>
                </a:solidFill>
                <a:latin typeface="Liberation Sans"/>
              </a:rPr>
              <a:t>Photo coming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8000" y="1260000"/>
            <a:ext cx="4896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Sat Aug 22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— Marymoor Park, Redmond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On-foot, single fox, noon – 2:30 PM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640 acres — wooded Sammamish River corridor + open fields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Light-rail accessible (2 Line)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Note: wrap by 2:30 PM — Marymoor Live concert that evening</a:t>
            </a:r>
          </a:p>
        </p:txBody>
      </p:sp>
      <p:pic>
        <p:nvPicPr>
          <p:cNvPr id="6" name="Picture 5" descr="M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4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111852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0F4F8"/>
                </a:solidFill>
                <a:latin typeface="Liberation Sans"/>
              </a:rPr>
              <a:t>September — Mobile T-Hunt </a:t>
            </a:r>
            <a:r>
              <a:rPr sz="3600" b="1" i="1">
                <a:solidFill>
                  <a:srgbClr val="F0F4F8"/>
                </a:solidFill>
                <a:latin typeface="Liberation Sans"/>
              </a:rPr>
              <a:t>(tentative)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1151999"/>
            <a:ext cx="5976000" cy="489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8000" y="1260000"/>
            <a:ext cx="4896000" cy="46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Sun Sep 20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— Finish at Howarth Park, Everett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Hunt from your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vehicle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— take bearings while driving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Final leg: short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on-foot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walk on forested hillside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Puget Sound views; social wrap-up at finish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A500"/>
                </a:solidFill>
                <a:latin typeface="Liberation Sans"/>
              </a:rPr>
              <a:t>⚠️ Stay clear of BNSF railroad tracks at finish</a:t>
            </a:r>
          </a:p>
        </p:txBody>
      </p:sp>
      <p:pic>
        <p:nvPicPr>
          <p:cNvPr id="6" name="Picture 5" descr="Mn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4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111852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0F4F8"/>
                </a:solidFill>
                <a:latin typeface="Liberation Sans"/>
              </a:rPr>
              <a:t>The Region We'll Hunt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1260000"/>
            <a:ext cx="4860000" cy="45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Three events across the greater Puget Sound area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July: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Auburn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(Flaming Geyser)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August: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Redmond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(Marymoor)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September: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Everett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(Howarth) — mobile finish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0" y="1151999"/>
            <a:ext cx="6408000" cy="4896000"/>
          </a:xfrm>
          <a:prstGeom prst="rect">
            <a:avLst/>
          </a:prstGeom>
        </p:spPr>
      </p:pic>
      <p:pic>
        <p:nvPicPr>
          <p:cNvPr id="6" name="Picture 5" descr="Mn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3200" cy="684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08000"/>
            <a:ext cx="106812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0F4F8"/>
                </a:solidFill>
                <a:latin typeface="Liberation Sans"/>
              </a:rPr>
              <a:t>How to Get Involved</a:t>
            </a:r>
          </a:p>
        </p:txBody>
      </p:sp>
      <p:pic>
        <p:nvPicPr>
          <p:cNvPr id="5" name="Picture 4" descr="Mn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4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4000" y="125999"/>
            <a:ext cx="111852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0F4F8"/>
                </a:solidFill>
                <a:latin typeface="Liberation Sans"/>
              </a:rPr>
              <a:t>Join the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1332000"/>
            <a:ext cx="11473200" cy="352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Radio Camp (Jun 22–29):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attend and/or volunteer Thu build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Field Day demo (Jun 28–29):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host visitors or hide the fox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Hunts: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show up and hunt — all levels welcome, mentors present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Mailing list: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groups.io/g/mikeandkey-foxhunt (ask Scott KC7SAG)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D7A27"/>
                </a:solidFill>
                <a:latin typeface="Liberation Sans"/>
              </a:rPr>
              <a:t>• </a:t>
            </a:r>
            <a:r>
              <a:rPr sz="2200" b="1" i="0">
                <a:solidFill>
                  <a:srgbClr val="F0F4F8"/>
                </a:solidFill>
                <a:latin typeface="Liberation Sans"/>
              </a:rPr>
              <a:t>Questions:</a:t>
            </a:r>
            <a:r>
              <a:rPr sz="2200" b="0" i="0">
                <a:solidFill>
                  <a:srgbClr val="F0F4F8"/>
                </a:solidFill>
                <a:latin typeface="Liberation Sans"/>
              </a:rPr>
              <a:t> Tom KE4HET</a:t>
            </a:r>
          </a:p>
        </p:txBody>
      </p:sp>
      <p:pic>
        <p:nvPicPr>
          <p:cNvPr id="5" name="Picture 4" descr="M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1200" y="5886000"/>
            <a:ext cx="6933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600" y="648000"/>
            <a:ext cx="2311200" cy="216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60000" y="3060000"/>
            <a:ext cx="7848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F0F4F8"/>
                </a:solidFill>
                <a:latin typeface="Liberation Sans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2000" y="3960000"/>
            <a:ext cx="846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A8A8A8"/>
                </a:solidFill>
                <a:latin typeface="Liberation Sans"/>
              </a:rPr>
              <a:t>Tom KE4HET  |  groups.io/g/mikeandkey-foxhunt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Fox Hunting &amp; ARDF — M&amp;K 2026 Program</dc:title>
  <dc:subject>Mike &amp; Key ARC presentation</dc:subject>
  <dc:creator>GitHub Copilot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